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f79768e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f79768e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f79768e1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f79768e1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f79768e1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f79768e1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f79768e1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f79768e1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3a3c0337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3a3c0337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97c23c29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97c23c29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f79768e13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f79768e13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9f79768e13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9f79768e13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59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59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9"/>
          <p:cNvSpPr txBox="1"/>
          <p:nvPr>
            <p:ph type="title"/>
          </p:nvPr>
        </p:nvSpPr>
        <p:spPr>
          <a:xfrm>
            <a:off x="283850" y="224400"/>
            <a:ext cx="85731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5300"/>
              <a:t>Internship Placement Management System</a:t>
            </a:r>
            <a:endParaRPr sz="5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0" name="Google Shape;410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59"/>
          <p:cNvSpPr txBox="1"/>
          <p:nvPr/>
        </p:nvSpPr>
        <p:spPr>
          <a:xfrm>
            <a:off x="284850" y="2636275"/>
            <a:ext cx="5011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Presented by: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Madhav Raghu Anantharam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Lim Ming Wen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Samarth Bhatia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Tan Choon Yang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Toh Jun Meng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/>
          <p:nvPr/>
        </p:nvSpPr>
        <p:spPr>
          <a:xfrm>
            <a:off x="283884" y="167406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7" name="Google Shape;417;p60"/>
          <p:cNvCxnSpPr/>
          <p:nvPr/>
        </p:nvCxnSpPr>
        <p:spPr>
          <a:xfrm>
            <a:off x="283850" y="2337356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60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60"/>
          <p:cNvCxnSpPr/>
          <p:nvPr/>
        </p:nvCxnSpPr>
        <p:spPr>
          <a:xfrm>
            <a:off x="283850" y="390089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60"/>
          <p:cNvCxnSpPr/>
          <p:nvPr/>
        </p:nvCxnSpPr>
        <p:spPr>
          <a:xfrm>
            <a:off x="283850" y="3119127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60"/>
          <p:cNvSpPr/>
          <p:nvPr/>
        </p:nvSpPr>
        <p:spPr>
          <a:xfrm>
            <a:off x="283884" y="24558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60"/>
          <p:cNvSpPr/>
          <p:nvPr/>
        </p:nvSpPr>
        <p:spPr>
          <a:xfrm>
            <a:off x="283884" y="3237613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60"/>
          <p:cNvSpPr/>
          <p:nvPr/>
        </p:nvSpPr>
        <p:spPr>
          <a:xfrm>
            <a:off x="283884" y="401937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60"/>
          <p:cNvSpPr txBox="1"/>
          <p:nvPr>
            <p:ph type="title"/>
          </p:nvPr>
        </p:nvSpPr>
        <p:spPr>
          <a:xfrm>
            <a:off x="283850" y="285900"/>
            <a:ext cx="4227600" cy="1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25" name="Google Shape;425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6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Considerations</a:t>
            </a:r>
            <a:endParaRPr/>
          </a:p>
        </p:txBody>
      </p:sp>
      <p:sp>
        <p:nvSpPr>
          <p:cNvPr id="427" name="Google Shape;427;p6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28" name="Google Shape;428;p6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429" name="Google Shape;429;p6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cxnSp>
        <p:nvCxnSpPr>
          <p:cNvPr id="430" name="Google Shape;430;p60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/>
          <p:nvPr/>
        </p:nvSpPr>
        <p:spPr>
          <a:xfrm>
            <a:off x="286350" y="1720137"/>
            <a:ext cx="8573100" cy="295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5300" lIns="185300" spcFirstLastPara="1" rIns="185300" wrap="square" tIns="185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3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61"/>
          <p:cNvSpPr/>
          <p:nvPr/>
        </p:nvSpPr>
        <p:spPr>
          <a:xfrm>
            <a:off x="286350" y="1717343"/>
            <a:ext cx="8573100" cy="34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5300" lIns="185300" spcFirstLastPara="1" rIns="185300" wrap="square" tIns="185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3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61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438" name="Google Shape;438;p6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61"/>
          <p:cNvSpPr txBox="1"/>
          <p:nvPr>
            <p:ph idx="1" type="body"/>
          </p:nvPr>
        </p:nvSpPr>
        <p:spPr>
          <a:xfrm>
            <a:off x="284850" y="1942575"/>
            <a:ext cx="8573100" cy="27411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The Internship Placement Management System (IPMS) is a comprehensive Java-based CLI application designed to manage internship opportunities, student applications, and placement processes.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The system facilitates interactions between three user types: Students, Company Representatives, and Career Center Staff.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40" name="Google Shape;440;p61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1" name="Google Shape;441;p61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61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61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61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62"/>
          <p:cNvSpPr txBox="1"/>
          <p:nvPr>
            <p:ph type="title"/>
          </p:nvPr>
        </p:nvSpPr>
        <p:spPr>
          <a:xfrm>
            <a:off x="283850" y="285900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Design Principles</a:t>
            </a:r>
            <a:endParaRPr/>
          </a:p>
        </p:txBody>
      </p:sp>
      <p:sp>
        <p:nvSpPr>
          <p:cNvPr id="451" name="Google Shape;451;p6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52" name="Google Shape;452;p6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1372725" y="366085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Interface Substitution Principle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(ISP)</a:t>
            </a:r>
            <a:endParaRPr sz="1400"/>
          </a:p>
        </p:txBody>
      </p:sp>
      <p:sp>
        <p:nvSpPr>
          <p:cNvPr id="454" name="Google Shape;454;p62"/>
          <p:cNvSpPr txBox="1"/>
          <p:nvPr>
            <p:ph idx="4" type="body"/>
          </p:nvPr>
        </p:nvSpPr>
        <p:spPr>
          <a:xfrm>
            <a:off x="3545025" y="366085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Dependency Injection Principle</a:t>
            </a:r>
            <a:br>
              <a:rPr lang="en" sz="1400"/>
            </a:br>
            <a:r>
              <a:rPr lang="en" sz="1400"/>
              <a:t>(DIP)</a:t>
            </a:r>
            <a:endParaRPr sz="1400"/>
          </a:p>
        </p:txBody>
      </p:sp>
      <p:sp>
        <p:nvSpPr>
          <p:cNvPr id="455" name="Google Shape;455;p62"/>
          <p:cNvSpPr/>
          <p:nvPr/>
        </p:nvSpPr>
        <p:spPr>
          <a:xfrm>
            <a:off x="1371976" y="304470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62"/>
          <p:cNvSpPr/>
          <p:nvPr/>
        </p:nvSpPr>
        <p:spPr>
          <a:xfrm>
            <a:off x="3570317" y="3044711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7" name="Google Shape;457;p62"/>
          <p:cNvCxnSpPr/>
          <p:nvPr/>
        </p:nvCxnSpPr>
        <p:spPr>
          <a:xfrm>
            <a:off x="283850" y="291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62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62"/>
          <p:cNvSpPr txBox="1"/>
          <p:nvPr>
            <p:ph idx="1" type="body"/>
          </p:nvPr>
        </p:nvSpPr>
        <p:spPr>
          <a:xfrm>
            <a:off x="1371125" y="165120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Single Responsibility Principle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(SPR)</a:t>
            </a:r>
            <a:endParaRPr sz="1400"/>
          </a:p>
        </p:txBody>
      </p:sp>
      <p:sp>
        <p:nvSpPr>
          <p:cNvPr id="460" name="Google Shape;460;p62"/>
          <p:cNvSpPr txBox="1"/>
          <p:nvPr>
            <p:ph idx="4" type="body"/>
          </p:nvPr>
        </p:nvSpPr>
        <p:spPr>
          <a:xfrm>
            <a:off x="3543425" y="165120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Open/Closed Principle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(OCP)</a:t>
            </a:r>
            <a:endParaRPr sz="1400"/>
          </a:p>
        </p:txBody>
      </p:sp>
      <p:sp>
        <p:nvSpPr>
          <p:cNvPr id="461" name="Google Shape;461;p62"/>
          <p:cNvSpPr txBox="1"/>
          <p:nvPr>
            <p:ph idx="5" type="body"/>
          </p:nvPr>
        </p:nvSpPr>
        <p:spPr>
          <a:xfrm>
            <a:off x="5715725" y="1651200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Liskov Substitution Principle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(LSP)</a:t>
            </a:r>
            <a:endParaRPr sz="1400"/>
          </a:p>
        </p:txBody>
      </p:sp>
      <p:sp>
        <p:nvSpPr>
          <p:cNvPr id="462" name="Google Shape;462;p62"/>
          <p:cNvSpPr/>
          <p:nvPr/>
        </p:nvSpPr>
        <p:spPr>
          <a:xfrm>
            <a:off x="1370376" y="103505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62"/>
          <p:cNvSpPr/>
          <p:nvPr/>
        </p:nvSpPr>
        <p:spPr>
          <a:xfrm>
            <a:off x="3568717" y="1035061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62"/>
          <p:cNvSpPr/>
          <p:nvPr/>
        </p:nvSpPr>
        <p:spPr>
          <a:xfrm>
            <a:off x="5715084" y="103505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283850" y="285900"/>
            <a:ext cx="5674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Features </a:t>
            </a:r>
            <a:endParaRPr/>
          </a:p>
        </p:txBody>
      </p:sp>
      <p:sp>
        <p:nvSpPr>
          <p:cNvPr id="471" name="Google Shape;471;p6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72" name="Google Shape;472;p6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73" name="Google Shape;473;p63"/>
          <p:cNvSpPr txBox="1"/>
          <p:nvPr>
            <p:ph idx="1" type="body"/>
          </p:nvPr>
        </p:nvSpPr>
        <p:spPr>
          <a:xfrm>
            <a:off x="1372725" y="366085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Application Statistics Report</a:t>
            </a:r>
            <a:endParaRPr sz="1400"/>
          </a:p>
        </p:txBody>
      </p:sp>
      <p:sp>
        <p:nvSpPr>
          <p:cNvPr id="474" name="Google Shape;474;p63"/>
          <p:cNvSpPr txBox="1"/>
          <p:nvPr>
            <p:ph idx="4" type="body"/>
          </p:nvPr>
        </p:nvSpPr>
        <p:spPr>
          <a:xfrm>
            <a:off x="3545025" y="366085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Real-Time Slot Availability Tracking</a:t>
            </a:r>
            <a:endParaRPr sz="1400"/>
          </a:p>
        </p:txBody>
      </p:sp>
      <p:sp>
        <p:nvSpPr>
          <p:cNvPr id="475" name="Google Shape;475;p63"/>
          <p:cNvSpPr/>
          <p:nvPr/>
        </p:nvSpPr>
        <p:spPr>
          <a:xfrm>
            <a:off x="1371976" y="304470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63"/>
          <p:cNvSpPr/>
          <p:nvPr/>
        </p:nvSpPr>
        <p:spPr>
          <a:xfrm>
            <a:off x="3570317" y="3044711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7" name="Google Shape;477;p63"/>
          <p:cNvCxnSpPr/>
          <p:nvPr/>
        </p:nvCxnSpPr>
        <p:spPr>
          <a:xfrm>
            <a:off x="283850" y="291015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63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63"/>
          <p:cNvSpPr txBox="1"/>
          <p:nvPr>
            <p:ph idx="1" type="body"/>
          </p:nvPr>
        </p:nvSpPr>
        <p:spPr>
          <a:xfrm>
            <a:off x="1371125" y="165120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Automatic Slot Management</a:t>
            </a:r>
            <a:endParaRPr sz="1400"/>
          </a:p>
        </p:txBody>
      </p:sp>
      <p:sp>
        <p:nvSpPr>
          <p:cNvPr id="480" name="Google Shape;480;p63"/>
          <p:cNvSpPr txBox="1"/>
          <p:nvPr>
            <p:ph idx="4" type="body"/>
          </p:nvPr>
        </p:nvSpPr>
        <p:spPr>
          <a:xfrm>
            <a:off x="3484575" y="1651200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Cascade Withdrawal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on Placement Acceptance</a:t>
            </a:r>
            <a:endParaRPr sz="1400"/>
          </a:p>
        </p:txBody>
      </p:sp>
      <p:sp>
        <p:nvSpPr>
          <p:cNvPr id="481" name="Google Shape;481;p63"/>
          <p:cNvSpPr txBox="1"/>
          <p:nvPr>
            <p:ph idx="5" type="body"/>
          </p:nvPr>
        </p:nvSpPr>
        <p:spPr>
          <a:xfrm>
            <a:off x="5715725" y="1651200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Centralised Input Validation</a:t>
            </a:r>
            <a:endParaRPr sz="1400"/>
          </a:p>
        </p:txBody>
      </p:sp>
      <p:sp>
        <p:nvSpPr>
          <p:cNvPr id="482" name="Google Shape;482;p63"/>
          <p:cNvSpPr/>
          <p:nvPr/>
        </p:nvSpPr>
        <p:spPr>
          <a:xfrm>
            <a:off x="1370376" y="103505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63"/>
          <p:cNvSpPr/>
          <p:nvPr/>
        </p:nvSpPr>
        <p:spPr>
          <a:xfrm>
            <a:off x="3568717" y="1035061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5715084" y="1035050"/>
            <a:ext cx="493800" cy="493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9" name="Google Shape;489;p64"/>
          <p:cNvCxnSpPr/>
          <p:nvPr/>
        </p:nvCxnSpPr>
        <p:spPr>
          <a:xfrm>
            <a:off x="283850" y="46826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64"/>
          <p:cNvSpPr txBox="1"/>
          <p:nvPr/>
        </p:nvSpPr>
        <p:spPr>
          <a:xfrm>
            <a:off x="284850" y="286800"/>
            <a:ext cx="4227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Live Demo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6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5"/>
          <p:cNvSpPr txBox="1"/>
          <p:nvPr/>
        </p:nvSpPr>
        <p:spPr>
          <a:xfrm>
            <a:off x="284850" y="1440575"/>
            <a:ext cx="27723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questions?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Ask away!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97" name="Google Shape;497;p65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65"/>
          <p:cNvSpPr txBox="1"/>
          <p:nvPr/>
        </p:nvSpPr>
        <p:spPr>
          <a:xfrm>
            <a:off x="284700" y="456375"/>
            <a:ext cx="2054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6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6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01" name="Google Shape;501;p6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cxnSp>
        <p:nvCxnSpPr>
          <p:cNvPr id="502" name="Google Shape;502;p65"/>
          <p:cNvCxnSpPr/>
          <p:nvPr/>
        </p:nvCxnSpPr>
        <p:spPr>
          <a:xfrm>
            <a:off x="283850" y="3217775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65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65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6"/>
          <p:cNvSpPr/>
          <p:nvPr/>
        </p:nvSpPr>
        <p:spPr>
          <a:xfrm>
            <a:off x="4629750" y="3217800"/>
            <a:ext cx="4229700" cy="146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0" name="Google Shape;510;p66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11" name="Google Shape;511;p66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66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6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14" name="Google Shape;514;p6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